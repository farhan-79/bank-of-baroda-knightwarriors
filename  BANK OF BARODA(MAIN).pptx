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B58E-880F-77B0-AAC5-A3C7A952E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A9097-159C-4DAC-A6D5-565323386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376C6-71A7-12EC-F604-5E472978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40B6-3F9D-8C51-BA59-BCDE0C2B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5FA1D-2543-1007-8ECD-44424EA9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485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C2FD-767C-A88F-8E1E-FFB532082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F523-BE84-72D2-8CBF-FC055B3F6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40381-4F01-741E-1A1F-3CFA4F70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20863-C809-B7FE-8144-2557334B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92754-8AC6-EBE1-74CC-B218C5BF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83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AE26-9A68-4D5B-25A2-BA09AF0A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9FFF4-0318-E5ED-F388-130BEDE89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A8322-2D9D-DC49-A817-F7FE025E3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0919F-A10D-29A6-58DD-0F8090396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457BA-CE9D-BAB1-9682-3167C1F9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34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A5FF-8EF9-8AF5-E8AA-D5C6A00E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85EF7-9E3F-8D69-8595-485601EBF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21BEE-EF6A-2D6C-30C6-7CF191F78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CEEAE-9E4C-708B-A553-69A58B00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9B6E6-AF2A-1149-EE1C-BA0B047C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774EE-52F9-0151-96BF-3AE95589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33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DBD-98B4-82F3-7D25-2FC21524B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26FFE-477C-82FC-1E12-8B3CC79C7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859DD-A45D-4816-968E-DA204DEF8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E0226-CAF5-6B60-2841-13DABBB5A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0DE53-C7A1-5884-3678-0DBE995959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1ECAC-C03B-BB28-B1A5-7434EDB2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B4439A-D625-23F4-2E39-6B9AB8FF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CEBD5-546B-A26E-3DC5-D6F5FBB2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12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6ED3-F6F0-8017-1DC3-24A56194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37D3-1F35-DBC2-C3DD-4D4161F3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F7CEF-13BB-8E52-B4CA-676A9A06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8BB2B-B0C7-C983-1216-56FEF17C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10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A72DB-F39C-46A4-CF62-8AA128D1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0C6E3-84A4-3954-1492-17FA57A1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3CA22-3BE1-FD58-DF02-B392B233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37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B91F-014A-4A96-C825-8943FA232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18033-AA9D-CF30-3F0A-C7F90A2C4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BD79E-C635-C4C5-F495-1224F7411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EB2B1-792E-6D79-6290-849D43B4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63266-7E2B-137C-592F-B75DBC5E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C86C8-938B-4711-2485-8D579A0F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03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083B-059F-8F22-6640-388178A3B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51E91-7CD5-72F0-D9A2-DD5477737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D0D65-71B0-F5F4-734C-65042C8A6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E29A5-728E-AF5E-75F8-59BA9BEC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F80A8-AD14-9FAF-FEBB-A494FA85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EF6FE-72A6-48FD-5356-F64A0E9C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83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A4BE-EF6D-CDF3-B95C-26D0AFBF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7EA78-6581-9283-FCD7-68DAE3B0A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56D28-E731-24DD-F058-AE08B44D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2BA41-F62C-6E27-CEEF-A1C9F4DC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A61D4-88C8-8D46-879A-F1BB9A28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7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ED7C8-FA49-7B47-5699-105F7B349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8C620-5927-764D-0AE0-1AFA7924B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A7D76-9517-CBA7-EBE8-99FB1F4E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08747-79E5-F38D-F745-B6934BF6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CD693-30F0-66A1-F900-FDE7B48F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49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CDAB5-10BA-8ADA-437F-8B2ED933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5D33D-AA84-EEE6-EEF7-56359974F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6486-3E7F-A033-40BA-D2068ECFF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10488-809A-428B-B1D6-AA6B528A7CBF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CDED3-8EB3-4081-DF0B-725AB4F8B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3763F-7729-44F7-DD08-0E32763C3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8D753-461D-45A7-8D71-F3AA1B012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302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98AD-2AB4-DBBE-66D2-839E59BFC3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3FFD7-A42F-5F6E-4151-FC27D539A0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close-up of a card&#10;&#10;AI-generated content may be incorrect.">
            <a:extLst>
              <a:ext uri="{FF2B5EF4-FFF2-40B4-BE49-F238E27FC236}">
                <a16:creationId xmlns:a16="http://schemas.microsoft.com/office/drawing/2014/main" id="{859C7AC2-F020-0326-7AE2-97C3705B7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7" y="41787"/>
            <a:ext cx="12110226" cy="677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5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iagram&#10;&#10;AI-generated content may be incorrect.">
            <a:extLst>
              <a:ext uri="{FF2B5EF4-FFF2-40B4-BE49-F238E27FC236}">
                <a16:creationId xmlns:a16="http://schemas.microsoft.com/office/drawing/2014/main" id="{C43C5742-18CF-82A2-267F-8DD353928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15" y="157567"/>
            <a:ext cx="11766770" cy="654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82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090BE-E357-B626-87EC-60CB8893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holding a device&#10;&#10;AI-generated content may be incorrect.">
            <a:extLst>
              <a:ext uri="{FF2B5EF4-FFF2-40B4-BE49-F238E27FC236}">
                <a16:creationId xmlns:a16="http://schemas.microsoft.com/office/drawing/2014/main" id="{4CDA8D26-D340-9928-7EF8-3A172DB86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52" y="155339"/>
            <a:ext cx="11698295" cy="654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3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0DED7-154F-54D5-09E6-E6C2703B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4CD81512-F450-696D-AEB4-08800A797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57" y="142665"/>
            <a:ext cx="11805686" cy="657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5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31225-4579-5407-7DEF-1F3B2B99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EB065D4D-84FD-FC02-9C0D-2D26B3924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3" y="229080"/>
            <a:ext cx="11444893" cy="639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84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ED1A-6B65-694A-E586-770DD5AE8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ocument&#10;&#10;AI-generated content may be incorrect.">
            <a:extLst>
              <a:ext uri="{FF2B5EF4-FFF2-40B4-BE49-F238E27FC236}">
                <a16:creationId xmlns:a16="http://schemas.microsoft.com/office/drawing/2014/main" id="{4A580762-D14E-B5E2-BEF2-E1BA63CB9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96" y="238912"/>
            <a:ext cx="11419807" cy="63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0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Sulthan G</dc:creator>
  <cp:lastModifiedBy>Mohammed Sulthan G</cp:lastModifiedBy>
  <cp:revision>1</cp:revision>
  <dcterms:created xsi:type="dcterms:W3CDTF">2025-09-27T08:26:16Z</dcterms:created>
  <dcterms:modified xsi:type="dcterms:W3CDTF">2025-09-27T08:29:18Z</dcterms:modified>
</cp:coreProperties>
</file>